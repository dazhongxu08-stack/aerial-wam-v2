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jp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iuyu-drone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69280" cy="6858000"/>
          </a:xfrm>
          <a:prstGeom prst="rect">
            <a:avLst/>
          </a:prstGeom>
          <a:effectLst/>
        </p:spPr>
      </p:pic>
      <p:sp>
        <p:nvSpPr>
          <p:cNvPr id="4" name="Rectangle 3"/>
          <p:cNvSpPr/>
          <p:nvPr/>
        </p:nvSpPr>
        <p:spPr>
          <a:xfrm>
            <a:off x="5760720" y="0"/>
            <a:ext cx="1188720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669280" cy="27432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852160" cy="13716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深圳市九域天衍科技有限公司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5669280" cy="64008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空地一体智能解决方案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06240"/>
            <a:ext cx="5303520" cy="10058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不用建图，不用训练，开机就能用。部署成本为零。无人机、机器狗和巡检平台，到现场打开就能看、就能走。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我们做什么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143000"/>
            <a:ext cx="11155680" cy="64008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一整套交给客户：模型、无人机、机器狗、巡检平台。不用建图，不用训练，开机就能用。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039112"/>
            <a:ext cx="3273552" cy="20391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看懂现场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一个摄像头看出有什么、有多远。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坏的地方、挡住的东西、要找的东西，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它认出来，再决定下一步。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74519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2039112"/>
            <a:ext cx="3273552" cy="20391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自己去干活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高处和大范围，交给飞机。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地面、室内和窄处，交给狗。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人不用盯着每一下。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74519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2039112"/>
            <a:ext cx="3273552" cy="20391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空地一起上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飞机先扫，狗再靠近。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看到的都在巡检平台上。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人不用过去。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1155680" cy="19202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先做这几类活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工业园区巡检：管线、屋顶、地面设备。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水域和岸边的清洁巡查。仓库通道、货堆旁边的地面巡查。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这几类做好之后，再做安防和应急。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开机就能用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115568"/>
            <a:ext cx="11155680" cy="41148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到了现场不用先准备。不用画地图，不用再训练，部署不用另花钱。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737360"/>
            <a:ext cx="2816352" cy="30632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901952"/>
            <a:ext cx="2432304" cy="27706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部署成本为零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不用测绘进场。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不用单独做部署项目。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打开，就能进任务。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8416" y="1737360"/>
            <a:ext cx="2816352" cy="30632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9584" y="1901952"/>
            <a:ext cx="2432304" cy="27706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不用建图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不用提前把地图画好。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走到哪，看到哪。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看见前面，再走下一步。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737360"/>
            <a:ext cx="2816352" cy="30632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901952"/>
            <a:ext cx="2432304" cy="27706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不用训练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模型来之前已经学完。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现场不用再采数据。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也不用再训一版。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7152" y="1737360"/>
            <a:ext cx="2816352" cy="30632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901952"/>
            <a:ext cx="2432304" cy="27706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开机即用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飞机、狗、巡检平台。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打开就能看、就能走。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任务写上，就开始。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1155680" cy="128016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换个地方，只改这次任务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去哪里、找什么，写在巡检平台上。不用重新教它，也不用重新画地图。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复杂场景，极端工况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115568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路不好走、人不好进的地方，也是打开就能进。不用先画地图，也不用再训练。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5623560" cy="338328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301752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复杂场景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管线、屋顶、货堆、通道叠在一处。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水面和岸线靠在一起。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这些地方没有一条现成的路。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走到哪看到哪，不用提前画地图。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623560" cy="338328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5029200" cy="301752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极端工况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夜里、高处、地下。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窄处，危险品附近。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应急时，人不用进去。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这种地方也不用单独画地图、单独训练。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1155680" cy="10058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这些地方也不用先画地图，不用先训练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人到了就打开，进去就能用。不用再准备，也不用再花一笔部署的钱。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谁在做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011680" cy="3200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486400" cy="64008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蔡增威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600200"/>
            <a:ext cx="5486400" cy="109728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曾在万科、丰树任职，给企业客户做了十年。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08960"/>
            <a:ext cx="11338560" cy="1024128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2011680" cy="73152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55264"/>
            <a:ext cx="8321040" cy="73152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开始做机器人，创立武汉加速度机器人有限公司，做机器人用的数据。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224528"/>
            <a:ext cx="11338560" cy="1024128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70832"/>
            <a:ext cx="2011680" cy="73152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370832"/>
            <a:ext cx="8321040" cy="73152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成立九域天衍，做空中和地面一起上的方案。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340096"/>
            <a:ext cx="11338560" cy="1024128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2011680" cy="73152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现在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486400"/>
            <a:ext cx="8321040" cy="73152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数据由加速度来做。方案由九域天衍来交：模型、飞机、狗、巡检平台。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模型怎么干活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115568"/>
            <a:ext cx="11155680" cy="50292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一个模型会两件事：前面接下来变成什么样，自己下一步该怎么动。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75104"/>
            <a:ext cx="2423160" cy="27432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2423160" cy="384048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看懂空间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2423160" cy="10058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一张画面看出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前面有什么、有多远。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975104"/>
            <a:ext cx="2423160" cy="27432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286000"/>
            <a:ext cx="2423160" cy="384048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记住眼前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88920"/>
            <a:ext cx="2423160" cy="10058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边走边记刚经过的这段。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眼前的路，自己记着。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75104"/>
            <a:ext cx="2423160" cy="27432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2423160" cy="384048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先想再动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88920"/>
            <a:ext cx="2423160" cy="10058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真的飞或走之前，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先在脑子里把后面试一遍。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8288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975104"/>
            <a:ext cx="2423160" cy="27432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86000"/>
            <a:ext cx="2423160" cy="384048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自己停住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788920"/>
            <a:ext cx="2423160" cy="10058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太近、会撞上，就停。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先保安全，再继续往前。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11155680" cy="201168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学在出厂前做完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模型是自己做的。出厂前看过大量作业视频，知道周围会怎么变、自己该怎么动。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到了现场不用画地图，也不用再训练。换成飞机或狗，不用重新教一遍。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真的飞或走之前，先在脑子里试一遍。太近就停。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一套方案里的三层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19"/>
            <a:ext cx="2011680" cy="9144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装备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81912"/>
            <a:ext cx="8412480" cy="105156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无人机看高处和远处，机器狗看地面和近处。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画面传回巡检平台。飞机和狗可以按场地换。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01752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5875">
            <a:solidFill>
              <a:srgbClr val="E8A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337560"/>
            <a:ext cx="2011680" cy="9144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273552"/>
            <a:ext cx="8412480" cy="105156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看、认、决定下一步，把要做的事排好。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飞机和狗认的是同一个周围，差别只是怎么飞、怎么走。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70916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2011680" cy="9144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965192"/>
            <a:ext cx="8412480" cy="105156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巡检、清洁、安防、应急，外加仓库通道。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开机就能用。飞机和狗看到的，都在巡检平台这一块屏上。人不用到现场。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三种用法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3273552" cy="2999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无人机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园区高空：管线、屋顶。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水面和岸线，做巡查。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大范围巡逻，应急先看。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认目标、看缺陷，自己飞完。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7160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3128" y="1536192"/>
            <a:ext cx="3273552" cy="2999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机器狗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地面设备、室内、地下。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窄处、危险品附近也能进。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自己看路，自己迈步。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仓库里，货堆旁边已经在走。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7160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536192"/>
            <a:ext cx="3273552" cy="2999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空地一起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飞机先把范围锁定。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狗再走到近处看清。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两路画面和走过的路，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都放在巡检平台上。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155680" cy="118872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后面是产品和实拍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巡检平台把两边放在一块屏上。再往后是第一视角，以及仓库现场。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巡检平台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060704"/>
            <a:ext cx="3794760" cy="658368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这一块屏，同时看飞机和狗。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人不用到现场。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938528"/>
            <a:ext cx="3383280" cy="1207008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下任务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去哪里、找什么，写在下面。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写完发出去。要停就停下。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38328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493008"/>
            <a:ext cx="3383280" cy="1207008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几台一起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可以同时派几架飞机、几条狗。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想看哪一台，就看它的画面。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93776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5047488"/>
            <a:ext cx="3383280" cy="1207008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谁看哪里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飞机看高处，也看被挡住的地方。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狗沿着过道走到近处。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看完的结果，可以打成一页。</a:t>
            </a:r>
          </a:p>
        </p:txBody>
      </p:sp>
      <p:pic>
        <p:nvPicPr>
          <p:cNvPr id="12" name="Picture 11" descr="jiuyu-console-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029968"/>
            <a:ext cx="7635240" cy="42221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两个平台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078992"/>
            <a:ext cx="11155680" cy="36576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各看各的第一视角。放映时点画面开始播放。</a:t>
            </a:r>
          </a:p>
        </p:txBody>
      </p:sp>
      <p:pic>
        <p:nvPicPr>
          <p:cNvPr id="6" name="tello-171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6318" y="1554480"/>
            <a:ext cx="4693920" cy="3520440"/>
          </a:xfrm>
          <a:prstGeom prst="rect">
            <a:avLst/>
          </a:prstGeom>
        </p:spPr>
      </p:pic>
      <p:pic>
        <p:nvPicPr>
          <p:cNvPr id="7" name="jiuyu-dog-fpv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526270" y="1554480"/>
            <a:ext cx="6089409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318" y="5212080"/>
            <a:ext cx="4693920" cy="109728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无人机 · 室外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围挡和近处，自己看着飞。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朝要找的东西靠近。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6270" y="5212080"/>
            <a:ext cx="6089409" cy="109728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机器狗 · 仓库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货堆和通道，自己看着走。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窄的地方也能过。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仓库现场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078992"/>
            <a:ext cx="11155680" cy="347472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从旁边看。机器狗在货堆和通道之间自己走。放映时点画面开始播放。</a:t>
            </a:r>
          </a:p>
        </p:txBody>
      </p:sp>
      <p:pic>
        <p:nvPicPr>
          <p:cNvPr id="6" name="jiuyu-warehous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69719" y="1536192"/>
            <a:ext cx="9052560" cy="5092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一次任务怎么配合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914400" cy="4572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00400" cy="41148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飞机先看完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200400" cy="105156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沿一片区域飞过去。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管线、屋顶、水面和异常，先标出来。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914400" cy="4572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200400" cy="41148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狗再走近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06040"/>
            <a:ext cx="3200400" cy="105156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走到要确认的点。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设备、岸边或室内，把细节看清。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914400" cy="4572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00400" cy="41148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结果放在一起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06040"/>
            <a:ext cx="3200400" cy="105156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天上看到的、地面走到的，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都留在这一块屏上。人不用过去。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02336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160520"/>
            <a:ext cx="3246120" cy="196596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园区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飞机看管线、屋顶和高处。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狗看地面设备、货堆和通道。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402336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4160520"/>
            <a:ext cx="3246120" cy="196596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水域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飞机看水面和大范围。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狗看岸边和靠得近的点。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402336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4160520"/>
            <a:ext cx="3246120" cy="196596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应急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飞机先把一片侦察完。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狗再进到人暂时不进的地方。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怎么一起做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5239512" cy="1856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整套交出去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硬件、模型、巡检平台一起做完。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现场怎么飞、怎么走、屏怎么看，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一次交给客户。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8" y="1536192"/>
            <a:ext cx="5239512" cy="1856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按场地来做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去哪里、找什么，按这次任务写。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不用为这个场地建图。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也不用再训一版模型。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703320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3867911"/>
            <a:ext cx="5239512" cy="1856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交完还跟着改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任务可以改。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路线和要找的东西变了，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改任务就行，不用重训。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703320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867911"/>
            <a:ext cx="5239512" cy="1856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也可以做到海外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对日和海外项目可以交付。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飞机、狗、巡检平台，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沿用同一套做法。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往后怎么走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11338560" cy="150876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2194560" cy="100584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眼下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27632"/>
            <a:ext cx="8321040" cy="100584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园区巡检、水域清洁、仓库通道。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复杂的地方、难走的地方，也放在这些地方一起做好。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017520"/>
            <a:ext cx="11338560" cy="150876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73552"/>
            <a:ext cx="2194560" cy="100584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接着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273552"/>
            <a:ext cx="8321040" cy="100584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扩到应急、安防、能源。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换场景不用重新建图，也不用重新训练。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663440"/>
            <a:ext cx="11338560" cy="150876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919472"/>
            <a:ext cx="2194560" cy="100584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再往后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919472"/>
            <a:ext cx="8321040" cy="1005840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空地协同加上巡检平台。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做成这个方向上站得住的公司。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73152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4F1EA"/>
                </a:solidFill>
                <a:latin typeface="PingFang SC"/>
                <a:ea typeface="PingFang SC"/>
                <a:cs typeface="PingFang SC"/>
              </a:rPr>
              <a:t>深圳市九域天衍科技有限公司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108960"/>
            <a:ext cx="9144000" cy="4572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8A33A"/>
                </a:solidFill>
                <a:latin typeface="PingFang SC"/>
                <a:ea typeface="PingFang SC"/>
                <a:cs typeface="PingFang SC"/>
              </a:rPr>
              <a:t>空地一体智能解决方案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31920"/>
            <a:ext cx="9144000" cy="4572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7A7B0"/>
                </a:solidFill>
                <a:latin typeface="PingFang SC"/>
                <a:ea typeface="PingFang SC"/>
                <a:cs typeface="PingFang SC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深圳市九域天衍科技有限公司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